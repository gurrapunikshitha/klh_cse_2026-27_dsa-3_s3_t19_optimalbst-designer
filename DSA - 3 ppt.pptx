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8" r:id="rId3"/>
    <p:sldId id="391" r:id="rId4"/>
    <p:sldId id="392" r:id="rId5"/>
    <p:sldId id="393" r:id="rId6"/>
    <p:sldId id="394" r:id="rId7"/>
    <p:sldId id="395" r:id="rId8"/>
    <p:sldId id="33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6" autoAdjust="0"/>
    <p:restoredTop sz="95033" autoAdjust="0"/>
  </p:normalViewPr>
  <p:slideViewPr>
    <p:cSldViewPr snapToGrid="0" snapToObjects="1">
      <p:cViewPr varScale="1">
        <p:scale>
          <a:sx n="67" d="100"/>
          <a:sy n="67" d="100"/>
        </p:scale>
        <p:origin x="36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20-08-2026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20-08-2026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20-08-2026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20-08-2026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566" y="1826000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3600" b="1" dirty="0">
                <a:latin typeface="+mn-lt"/>
                <a:cs typeface="Arial" panose="020B0604020202020204" pitchFamily="34" charset="0"/>
              </a:rPr>
            </a:br>
            <a:br>
              <a:rPr lang="en-US" sz="36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IN" sz="3600" b="1" dirty="0">
                <a:latin typeface="+mn-lt"/>
              </a:rPr>
              <a:t>Optimal Binary Search Tree Using Dynamic Programming</a:t>
            </a:r>
            <a:br>
              <a:rPr lang="en-IN" sz="3600" b="1" dirty="0">
                <a:latin typeface="+mn-lt"/>
              </a:rPr>
            </a:br>
            <a:br>
              <a:rPr lang="en-US" sz="36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36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965" y="0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454764"/>
              </p:ext>
            </p:extLst>
          </p:nvPr>
        </p:nvGraphicFramePr>
        <p:xfrm>
          <a:off x="1409700" y="3429000"/>
          <a:ext cx="8750302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75151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375151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dirty="0"/>
                        <a:t>Nikshitha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dirty="0"/>
                        <a:t>Manasvi Nilesh Ghag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dirty="0"/>
                        <a:t>Sai Pavani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9" y="317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91855-59C3-0ABF-BF43-F5D1569D98D5}"/>
              </a:ext>
            </a:extLst>
          </p:cNvPr>
          <p:cNvSpPr txBox="1"/>
          <p:nvPr/>
        </p:nvSpPr>
        <p:spPr>
          <a:xfrm>
            <a:off x="481011" y="1056143"/>
            <a:ext cx="11229975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Optimal Binary Search Tree (OBST)</a:t>
            </a:r>
            <a:r>
              <a:rPr lang="en-IN" sz="2400" dirty="0"/>
              <a:t> constructs a binary search tree with </a:t>
            </a:r>
            <a:r>
              <a:rPr lang="en-IN" sz="2400" b="1" dirty="0"/>
              <a:t>minimum expected search cost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 uses the </a:t>
            </a:r>
            <a:r>
              <a:rPr lang="en-IN" sz="2400" b="1" dirty="0"/>
              <a:t>search frequencies</a:t>
            </a:r>
            <a:r>
              <a:rPr lang="en-IN" sz="2400" dirty="0"/>
              <a:t> of different keys to determine their importance.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Interval Dynamic Programming</a:t>
            </a:r>
            <a:r>
              <a:rPr lang="en-IN" sz="2400" dirty="0"/>
              <a:t> is used to find the optimal root for every range of keys.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system constructs the </a:t>
            </a:r>
            <a:r>
              <a:rPr lang="en-IN" sz="2400" b="1" dirty="0"/>
              <a:t>most efficient binary search tree</a:t>
            </a:r>
            <a:r>
              <a:rPr lang="en-IN" sz="2400" dirty="0"/>
              <a:t> based on the given frequencies.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 calculates and displays the </a:t>
            </a:r>
            <a:r>
              <a:rPr lang="en-IN" sz="2400" b="1" dirty="0"/>
              <a:t>minimum expected search cost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project demonstrates the </a:t>
            </a:r>
            <a:r>
              <a:rPr lang="en-IN" sz="2400" b="1" dirty="0"/>
              <a:t>practical application of Dynamic Programming in search optimization</a:t>
            </a:r>
            <a:r>
              <a:rPr lang="en-IN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Problem Statement</a:t>
            </a:r>
            <a:endParaRPr lang="en-IN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6CA17-9BC6-9635-4C14-7BA93A55CCFA}"/>
              </a:ext>
            </a:extLst>
          </p:cNvPr>
          <p:cNvSpPr txBox="1"/>
          <p:nvPr/>
        </p:nvSpPr>
        <p:spPr>
          <a:xfrm>
            <a:off x="481012" y="1531144"/>
            <a:ext cx="11229975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 </a:t>
            </a:r>
            <a:r>
              <a:rPr lang="en-IN" sz="2400" b="1" dirty="0"/>
              <a:t>standard Binary Search Tree (BST)</a:t>
            </a:r>
            <a:r>
              <a:rPr lang="en-IN" sz="2400" dirty="0"/>
              <a:t> may not always provide the </a:t>
            </a:r>
            <a:r>
              <a:rPr lang="en-IN" sz="2400" b="1" dirty="0"/>
              <a:t>minimum search cost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Different keys can have </a:t>
            </a:r>
            <a:r>
              <a:rPr lang="en-IN" sz="2400" b="1" dirty="0"/>
              <a:t>different search frequencies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Frequently searched keys</a:t>
            </a:r>
            <a:r>
              <a:rPr lang="en-IN" sz="2400" dirty="0"/>
              <a:t> should be placed closer to the </a:t>
            </a:r>
            <a:r>
              <a:rPr lang="en-IN" sz="2400" b="1" dirty="0"/>
              <a:t>root</a:t>
            </a:r>
            <a:r>
              <a:rPr lang="en-IN" sz="2400" dirty="0"/>
              <a:t> for faster access.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project takes </a:t>
            </a:r>
            <a:r>
              <a:rPr lang="en-IN" sz="2400" b="1" dirty="0"/>
              <a:t>distinct keys and their search frequencies</a:t>
            </a:r>
            <a:r>
              <a:rPr lang="en-IN" sz="2400" dirty="0"/>
              <a:t> as input.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 constructs an </a:t>
            </a:r>
            <a:r>
              <a:rPr lang="en-IN" sz="2400" b="1" dirty="0"/>
              <a:t>Optimal Binary Search Tree (OBST)</a:t>
            </a:r>
            <a:r>
              <a:rPr lang="en-IN" sz="2400" dirty="0"/>
              <a:t> based on these frequencies.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Dynamic Programming</a:t>
            </a:r>
            <a:r>
              <a:rPr lang="en-IN" sz="2400" dirty="0"/>
              <a:t> is used to calculate the </a:t>
            </a:r>
            <a:r>
              <a:rPr lang="en-IN" sz="2400" b="1" dirty="0"/>
              <a:t>minimum expected search cost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main goal is to </a:t>
            </a:r>
            <a:r>
              <a:rPr lang="en-IN" sz="2400" b="1" dirty="0"/>
              <a:t>optimize search efficiency</a:t>
            </a:r>
            <a:r>
              <a:rPr lang="en-IN" sz="2400" dirty="0"/>
              <a:t> by arranging frequently accessed keys appropriately. 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Proposed Functionalities</a:t>
            </a:r>
            <a:endParaRPr lang="en-IN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2C58F-E7E5-BD0C-BB0C-3C29373A2832}"/>
              </a:ext>
            </a:extLst>
          </p:cNvPr>
          <p:cNvSpPr txBox="1"/>
          <p:nvPr/>
        </p:nvSpPr>
        <p:spPr>
          <a:xfrm>
            <a:off x="481012" y="1361489"/>
            <a:ext cx="11229975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Accept a set of </a:t>
            </a:r>
            <a:r>
              <a:rPr lang="en-IN" sz="2400" b="1" dirty="0"/>
              <a:t>distinct keys</a:t>
            </a:r>
            <a:r>
              <a:rPr lang="en-IN" sz="2400" dirty="0"/>
              <a:t> and their corresponding search frequencies.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Validate and display the input keys and frequencies.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Use </a:t>
            </a:r>
            <a:r>
              <a:rPr lang="en-IN" sz="2400" b="1" dirty="0"/>
              <a:t>Dynamic Programming</a:t>
            </a:r>
            <a:r>
              <a:rPr lang="en-IN" sz="2400" dirty="0"/>
              <a:t> to calculate the minimum search cost.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Determine the optimal root for each interval of keys.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Construct the resulting </a:t>
            </a:r>
            <a:r>
              <a:rPr lang="en-IN" sz="2400" b="1" dirty="0"/>
              <a:t>Optimal Binary Search Tree</a:t>
            </a:r>
            <a:r>
              <a:rPr lang="en-IN" sz="2400" dirty="0"/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Display the tree structure visually or hierarchically.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Calculate and display the </a:t>
            </a:r>
            <a:r>
              <a:rPr lang="en-IN" sz="2400" b="1" dirty="0"/>
              <a:t>minimum expected search cost</a:t>
            </a:r>
            <a:r>
              <a:rPr lang="en-IN" sz="2400" dirty="0"/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Allow users to experiment with different keys and frequencies.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Demonstrate how changing search frequencies affects the optimal tree. 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Tools and Technologies to be Used</a:t>
            </a:r>
            <a:endParaRPr lang="en-IN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8C1A7-BDE6-6AEF-DCF7-2692828CEACA}"/>
              </a:ext>
            </a:extLst>
          </p:cNvPr>
          <p:cNvSpPr txBox="1"/>
          <p:nvPr/>
        </p:nvSpPr>
        <p:spPr>
          <a:xfrm>
            <a:off x="481012" y="1333321"/>
            <a:ext cx="11229975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Programming Language:</a:t>
            </a:r>
            <a:r>
              <a:rPr lang="en-IN" sz="2400" dirty="0"/>
              <a:t> Java / Python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Core Algorithm:</a:t>
            </a:r>
            <a:r>
              <a:rPr lang="en-IN" sz="2400" dirty="0"/>
              <a:t> Optimal Binary Search Tree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Algorithmic Technique:</a:t>
            </a:r>
            <a:r>
              <a:rPr lang="en-IN" sz="2400" dirty="0"/>
              <a:t> Interval Dynamic Programming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Data Structures:</a:t>
            </a:r>
            <a:r>
              <a:rPr lang="en-IN" sz="2400" dirty="0"/>
              <a:t> Binary Search Tree, Arrays / Matrices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Frontend/UI:</a:t>
            </a:r>
            <a:r>
              <a:rPr lang="en-IN" sz="2400" dirty="0"/>
              <a:t> HTML, CSS, JavaScript </a:t>
            </a:r>
            <a:r>
              <a:rPr lang="en-IN" sz="2400" i="1" dirty="0"/>
              <a:t>(if a web application is required)</a:t>
            </a:r>
            <a:r>
              <a:rPr lang="en-IN" sz="2400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Development Environment:</a:t>
            </a:r>
            <a:r>
              <a:rPr lang="en-IN" sz="2400" dirty="0"/>
              <a:t> VS Code / IntelliJ IDEA / PyCharm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Visualization:</a:t>
            </a:r>
            <a:r>
              <a:rPr lang="en-IN" sz="2400" dirty="0"/>
              <a:t> Tree visualization using HTML/CSS/JavaScript or a suitable graph library 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Expected Outcome</a:t>
            </a:r>
            <a:endParaRPr lang="en-IN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90C48-73EA-FFBA-982C-AFE2AB091EB1}"/>
              </a:ext>
            </a:extLst>
          </p:cNvPr>
          <p:cNvSpPr txBox="1"/>
          <p:nvPr/>
        </p:nvSpPr>
        <p:spPr>
          <a:xfrm>
            <a:off x="481012" y="1531144"/>
            <a:ext cx="11229975" cy="368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The application is expected to successfully construct an </a:t>
            </a:r>
            <a:r>
              <a:rPr lang="en-IN" sz="2400" b="1" dirty="0"/>
              <a:t>Optimal Binary Search Tree</a:t>
            </a:r>
            <a:r>
              <a:rPr lang="en-IN" sz="2400" dirty="0"/>
              <a:t> from the given keys and search frequencies. It will identify the arrangement that produces the </a:t>
            </a:r>
            <a:r>
              <a:rPr lang="en-IN" sz="2400" b="1" dirty="0"/>
              <a:t>minimum expected search cost</a:t>
            </a:r>
            <a:r>
              <a:rPr lang="en-IN" sz="2400" dirty="0"/>
              <a:t> and display the resulting tree clearly. The project will demonstrate how </a:t>
            </a:r>
            <a:r>
              <a:rPr lang="en-IN" sz="2400" b="1" dirty="0"/>
              <a:t>dynamic programming and binary search trees</a:t>
            </a:r>
            <a:r>
              <a:rPr lang="en-IN" sz="2400" dirty="0"/>
              <a:t> can be combined to optimize searching based on access frequencies.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/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8324</TotalTime>
  <Words>451</Words>
  <Application>Microsoft Office PowerPoint</Application>
  <PresentationFormat>Widescreen</PresentationFormat>
  <Paragraphs>65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Custom Design</vt:lpstr>
      <vt:lpstr>  Optimal Binary Search Tree Using Dynamic Programming  </vt:lpstr>
      <vt:lpstr>Abstract</vt:lpstr>
      <vt:lpstr>Problem Statement</vt:lpstr>
      <vt:lpstr>Proposed Functionalities</vt:lpstr>
      <vt:lpstr>Tools and Technologies to be Used</vt:lpstr>
      <vt:lpstr>Expected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Manasvi Ghag</cp:lastModifiedBy>
  <cp:revision>98</cp:revision>
  <dcterms:created xsi:type="dcterms:W3CDTF">2022-05-20T10:20:31Z</dcterms:created>
  <dcterms:modified xsi:type="dcterms:W3CDTF">2026-08-20T05:05:17Z</dcterms:modified>
</cp:coreProperties>
</file>